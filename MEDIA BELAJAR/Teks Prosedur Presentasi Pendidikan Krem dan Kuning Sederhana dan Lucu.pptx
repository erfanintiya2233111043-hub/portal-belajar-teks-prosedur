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Handy Casual" panose="020B0604020202020204" charset="0"/>
      <p:regular r:id="rId11"/>
    </p:embeddedFont>
    <p:embeddedFont>
      <p:font typeface="Sensei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4.svg"/><Relationship Id="rId7" Type="http://schemas.openxmlformats.org/officeDocument/2006/relationships/image" Target="../media/image5.svg"/><Relationship Id="rId12" Type="http://schemas.openxmlformats.org/officeDocument/2006/relationships/image" Target="../media/image19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18.png"/><Relationship Id="rId5" Type="http://schemas.openxmlformats.org/officeDocument/2006/relationships/image" Target="../media/image14.svg"/><Relationship Id="rId10" Type="http://schemas.openxmlformats.org/officeDocument/2006/relationships/image" Target="../media/image17.svg"/><Relationship Id="rId4" Type="http://schemas.openxmlformats.org/officeDocument/2006/relationships/image" Target="../media/image13.svg"/><Relationship Id="rId9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png"/><Relationship Id="rId3" Type="http://schemas.openxmlformats.org/officeDocument/2006/relationships/image" Target="../media/image21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8.svg"/><Relationship Id="rId5" Type="http://schemas.openxmlformats.org/officeDocument/2006/relationships/image" Target="../media/image23.svg"/><Relationship Id="rId10" Type="http://schemas.openxmlformats.org/officeDocument/2006/relationships/image" Target="../media/image27.svg"/><Relationship Id="rId4" Type="http://schemas.openxmlformats.org/officeDocument/2006/relationships/image" Target="../media/image22.svg"/><Relationship Id="rId9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37.png"/><Relationship Id="rId3" Type="http://schemas.openxmlformats.org/officeDocument/2006/relationships/image" Target="../media/image5.svg"/><Relationship Id="rId7" Type="http://schemas.openxmlformats.org/officeDocument/2006/relationships/image" Target="../media/image22.svg"/><Relationship Id="rId12" Type="http://schemas.openxmlformats.org/officeDocument/2006/relationships/image" Target="../media/image36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35.svg"/><Relationship Id="rId5" Type="http://schemas.openxmlformats.org/officeDocument/2006/relationships/image" Target="../media/image32.svg"/><Relationship Id="rId10" Type="http://schemas.openxmlformats.org/officeDocument/2006/relationships/image" Target="../media/image34.svg"/><Relationship Id="rId4" Type="http://schemas.openxmlformats.org/officeDocument/2006/relationships/image" Target="../media/image24.svg"/><Relationship Id="rId9" Type="http://schemas.openxmlformats.org/officeDocument/2006/relationships/image" Target="../media/image33.svg"/><Relationship Id="rId14" Type="http://schemas.openxmlformats.org/officeDocument/2006/relationships/image" Target="../media/image3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9.svg"/><Relationship Id="rId7" Type="http://schemas.openxmlformats.org/officeDocument/2006/relationships/image" Target="../media/image5.svg"/><Relationship Id="rId12" Type="http://schemas.openxmlformats.org/officeDocument/2006/relationships/image" Target="../media/image42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41.svg"/><Relationship Id="rId5" Type="http://schemas.openxmlformats.org/officeDocument/2006/relationships/image" Target="../media/image22.svg"/><Relationship Id="rId10" Type="http://schemas.openxmlformats.org/officeDocument/2006/relationships/image" Target="../media/image40.svg"/><Relationship Id="rId4" Type="http://schemas.openxmlformats.org/officeDocument/2006/relationships/image" Target="../media/image21.svg"/><Relationship Id="rId9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5.svg"/><Relationship Id="rId7" Type="http://schemas.openxmlformats.org/officeDocument/2006/relationships/image" Target="../media/image21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11" Type="http://schemas.openxmlformats.org/officeDocument/2006/relationships/image" Target="../media/image46.png"/><Relationship Id="rId5" Type="http://schemas.openxmlformats.org/officeDocument/2006/relationships/image" Target="../media/image24.svg"/><Relationship Id="rId10" Type="http://schemas.openxmlformats.org/officeDocument/2006/relationships/image" Target="../media/image45.png"/><Relationship Id="rId4" Type="http://schemas.openxmlformats.org/officeDocument/2006/relationships/image" Target="../media/image17.svg"/><Relationship Id="rId9" Type="http://schemas.openxmlformats.org/officeDocument/2006/relationships/image" Target="../media/image4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8.svg"/><Relationship Id="rId7" Type="http://schemas.openxmlformats.org/officeDocument/2006/relationships/image" Target="../media/image5.svg"/><Relationship Id="rId2" Type="http://schemas.openxmlformats.org/officeDocument/2006/relationships/image" Target="../media/image4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5" Type="http://schemas.openxmlformats.org/officeDocument/2006/relationships/image" Target="../media/image49.svg"/><Relationship Id="rId4" Type="http://schemas.openxmlformats.org/officeDocument/2006/relationships/image" Target="../media/image3.svg"/><Relationship Id="rId9" Type="http://schemas.openxmlformats.org/officeDocument/2006/relationships/image" Target="../media/image5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.svg"/><Relationship Id="rId7" Type="http://schemas.openxmlformats.org/officeDocument/2006/relationships/image" Target="../media/image5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57.png"/><Relationship Id="rId5" Type="http://schemas.openxmlformats.org/officeDocument/2006/relationships/image" Target="../media/image15.svg"/><Relationship Id="rId10" Type="http://schemas.openxmlformats.org/officeDocument/2006/relationships/image" Target="../media/image56.png"/><Relationship Id="rId4" Type="http://schemas.openxmlformats.org/officeDocument/2006/relationships/image" Target="../media/image5.svg"/><Relationship Id="rId9" Type="http://schemas.openxmlformats.org/officeDocument/2006/relationships/image" Target="../media/image5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.svg"/><Relationship Id="rId7" Type="http://schemas.openxmlformats.org/officeDocument/2006/relationships/image" Target="../media/image1.svg"/><Relationship Id="rId12" Type="http://schemas.openxmlformats.org/officeDocument/2006/relationships/image" Target="../media/image5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58.png"/><Relationship Id="rId5" Type="http://schemas.openxmlformats.org/officeDocument/2006/relationships/image" Target="../media/image8.svg"/><Relationship Id="rId10" Type="http://schemas.openxmlformats.org/officeDocument/2006/relationships/image" Target="../media/image55.svg"/><Relationship Id="rId4" Type="http://schemas.openxmlformats.org/officeDocument/2006/relationships/image" Target="../media/image4.svg"/><Relationship Id="rId9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9728" y="6289871"/>
            <a:ext cx="1893961" cy="4413892"/>
          </a:xfrm>
          <a:custGeom>
            <a:avLst/>
            <a:gdLst/>
            <a:ahLst/>
            <a:cxnLst/>
            <a:rect l="l" t="t" r="r" b="b"/>
            <a:pathLst>
              <a:path w="1893961" h="4413892">
                <a:moveTo>
                  <a:pt x="0" y="0"/>
                </a:moveTo>
                <a:lnTo>
                  <a:pt x="1893961" y="0"/>
                </a:lnTo>
                <a:lnTo>
                  <a:pt x="1893961" y="4413893"/>
                </a:lnTo>
                <a:lnTo>
                  <a:pt x="0" y="4413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691246" y="6289871"/>
            <a:ext cx="2840942" cy="4413892"/>
          </a:xfrm>
          <a:custGeom>
            <a:avLst/>
            <a:gdLst/>
            <a:ahLst/>
            <a:cxnLst/>
            <a:rect l="l" t="t" r="r" b="b"/>
            <a:pathLst>
              <a:path w="2840942" h="4413892">
                <a:moveTo>
                  <a:pt x="0" y="0"/>
                </a:moveTo>
                <a:lnTo>
                  <a:pt x="2840941" y="0"/>
                </a:lnTo>
                <a:lnTo>
                  <a:pt x="2840941" y="4413893"/>
                </a:lnTo>
                <a:lnTo>
                  <a:pt x="0" y="4413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61001" y="1028700"/>
            <a:ext cx="11965997" cy="7643281"/>
          </a:xfrm>
          <a:custGeom>
            <a:avLst/>
            <a:gdLst/>
            <a:ahLst/>
            <a:cxnLst/>
            <a:rect l="l" t="t" r="r" b="b"/>
            <a:pathLst>
              <a:path w="11965997" h="7643281">
                <a:moveTo>
                  <a:pt x="0" y="0"/>
                </a:moveTo>
                <a:lnTo>
                  <a:pt x="11965998" y="0"/>
                </a:lnTo>
                <a:lnTo>
                  <a:pt x="11965998" y="7643281"/>
                </a:lnTo>
                <a:lnTo>
                  <a:pt x="0" y="7643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42106" y="4019112"/>
            <a:ext cx="5116067" cy="287779"/>
          </a:xfrm>
          <a:custGeom>
            <a:avLst/>
            <a:gdLst/>
            <a:ahLst/>
            <a:cxnLst/>
            <a:rect l="l" t="t" r="r" b="b"/>
            <a:pathLst>
              <a:path w="5116067" h="287779">
                <a:moveTo>
                  <a:pt x="0" y="0"/>
                </a:moveTo>
                <a:lnTo>
                  <a:pt x="5116067" y="0"/>
                </a:lnTo>
                <a:lnTo>
                  <a:pt x="5116067" y="287779"/>
                </a:lnTo>
                <a:lnTo>
                  <a:pt x="0" y="2877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57104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5487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248242" y="2029125"/>
            <a:ext cx="1900161" cy="1447577"/>
          </a:xfrm>
          <a:custGeom>
            <a:avLst/>
            <a:gdLst/>
            <a:ahLst/>
            <a:cxnLst/>
            <a:rect l="l" t="t" r="r" b="b"/>
            <a:pathLst>
              <a:path w="1900161" h="1447577">
                <a:moveTo>
                  <a:pt x="0" y="0"/>
                </a:moveTo>
                <a:lnTo>
                  <a:pt x="1900161" y="0"/>
                </a:lnTo>
                <a:lnTo>
                  <a:pt x="1900161" y="1447578"/>
                </a:lnTo>
                <a:lnTo>
                  <a:pt x="0" y="14475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726793">
            <a:off x="651922" y="2229550"/>
            <a:ext cx="2223772" cy="2955178"/>
          </a:xfrm>
          <a:custGeom>
            <a:avLst/>
            <a:gdLst/>
            <a:ahLst/>
            <a:cxnLst/>
            <a:rect l="l" t="t" r="r" b="b"/>
            <a:pathLst>
              <a:path w="2223772" h="2955178">
                <a:moveTo>
                  <a:pt x="0" y="0"/>
                </a:moveTo>
                <a:lnTo>
                  <a:pt x="2223772" y="0"/>
                </a:lnTo>
                <a:lnTo>
                  <a:pt x="2223772" y="2955178"/>
                </a:lnTo>
                <a:lnTo>
                  <a:pt x="0" y="2955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851444" flipH="1">
            <a:off x="16735322" y="2029795"/>
            <a:ext cx="1790052" cy="3450702"/>
          </a:xfrm>
          <a:custGeom>
            <a:avLst/>
            <a:gdLst/>
            <a:ahLst/>
            <a:cxnLst/>
            <a:rect l="l" t="t" r="r" b="b"/>
            <a:pathLst>
              <a:path w="1790052" h="3450702">
                <a:moveTo>
                  <a:pt x="1790052" y="0"/>
                </a:moveTo>
                <a:lnTo>
                  <a:pt x="0" y="0"/>
                </a:lnTo>
                <a:lnTo>
                  <a:pt x="0" y="3450702"/>
                </a:lnTo>
                <a:lnTo>
                  <a:pt x="1790052" y="3450702"/>
                </a:lnTo>
                <a:lnTo>
                  <a:pt x="17900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6770175" y="8986759"/>
            <a:ext cx="4747650" cy="2059293"/>
          </a:xfrm>
          <a:custGeom>
            <a:avLst/>
            <a:gdLst/>
            <a:ahLst/>
            <a:cxnLst/>
            <a:rect l="l" t="t" r="r" b="b"/>
            <a:pathLst>
              <a:path w="4747650" h="2059293">
                <a:moveTo>
                  <a:pt x="0" y="2059293"/>
                </a:moveTo>
                <a:lnTo>
                  <a:pt x="4747650" y="2059293"/>
                </a:lnTo>
                <a:lnTo>
                  <a:pt x="4747650" y="0"/>
                </a:lnTo>
                <a:lnTo>
                  <a:pt x="0" y="0"/>
                </a:lnTo>
                <a:lnTo>
                  <a:pt x="0" y="205929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935285" y="5695329"/>
            <a:ext cx="4834890" cy="8229600"/>
          </a:xfrm>
          <a:custGeom>
            <a:avLst/>
            <a:gdLst/>
            <a:ahLst/>
            <a:cxnLst/>
            <a:rect l="l" t="t" r="r" b="b"/>
            <a:pathLst>
              <a:path w="4834890" h="8229600">
                <a:moveTo>
                  <a:pt x="0" y="0"/>
                </a:moveTo>
                <a:lnTo>
                  <a:pt x="4834890" y="0"/>
                </a:lnTo>
                <a:lnTo>
                  <a:pt x="48348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373964" y="5566515"/>
            <a:ext cx="5143500" cy="8229600"/>
          </a:xfrm>
          <a:custGeom>
            <a:avLst/>
            <a:gdLst/>
            <a:ahLst/>
            <a:cxnLst/>
            <a:rect l="l" t="t" r="r" b="b"/>
            <a:pathLst>
              <a:path w="5143500" h="8229600">
                <a:moveTo>
                  <a:pt x="0" y="0"/>
                </a:moveTo>
                <a:lnTo>
                  <a:pt x="5143500" y="0"/>
                </a:lnTo>
                <a:lnTo>
                  <a:pt x="51435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352730" y="4087816"/>
            <a:ext cx="10028055" cy="1892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5F3A42"/>
                </a:solidFill>
                <a:latin typeface="Sensei"/>
                <a:ea typeface="Sensei"/>
                <a:cs typeface="Sensei"/>
                <a:sym typeface="Sensei"/>
              </a:rPr>
              <a:t>Teks Prosedur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34123" y="3018550"/>
            <a:ext cx="641975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Bahasa Indonesia Kelas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84153" y="930948"/>
            <a:ext cx="8119693" cy="8425103"/>
          </a:xfrm>
          <a:custGeom>
            <a:avLst/>
            <a:gdLst/>
            <a:ahLst/>
            <a:cxnLst/>
            <a:rect l="l" t="t" r="r" b="b"/>
            <a:pathLst>
              <a:path w="8119693" h="8425103">
                <a:moveTo>
                  <a:pt x="0" y="0"/>
                </a:moveTo>
                <a:lnTo>
                  <a:pt x="8119694" y="0"/>
                </a:lnTo>
                <a:lnTo>
                  <a:pt x="8119694" y="8425104"/>
                </a:lnTo>
                <a:lnTo>
                  <a:pt x="0" y="8425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14524" y="4781999"/>
            <a:ext cx="4236056" cy="238278"/>
          </a:xfrm>
          <a:custGeom>
            <a:avLst/>
            <a:gdLst/>
            <a:ahLst/>
            <a:cxnLst/>
            <a:rect l="l" t="t" r="r" b="b"/>
            <a:pathLst>
              <a:path w="4236056" h="238278">
                <a:moveTo>
                  <a:pt x="0" y="0"/>
                </a:moveTo>
                <a:lnTo>
                  <a:pt x="4236056" y="0"/>
                </a:lnTo>
                <a:lnTo>
                  <a:pt x="4236056" y="238278"/>
                </a:lnTo>
                <a:lnTo>
                  <a:pt x="0" y="2382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4582123" y="2050020"/>
            <a:ext cx="1294248" cy="1636405"/>
          </a:xfrm>
          <a:custGeom>
            <a:avLst/>
            <a:gdLst/>
            <a:ahLst/>
            <a:cxnLst/>
            <a:rect l="l" t="t" r="r" b="b"/>
            <a:pathLst>
              <a:path w="1294248" h="1636405">
                <a:moveTo>
                  <a:pt x="1294248" y="0"/>
                </a:moveTo>
                <a:lnTo>
                  <a:pt x="0" y="0"/>
                </a:lnTo>
                <a:lnTo>
                  <a:pt x="0" y="1636405"/>
                </a:lnTo>
                <a:lnTo>
                  <a:pt x="1294248" y="1636405"/>
                </a:lnTo>
                <a:lnTo>
                  <a:pt x="129424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68681" y="7939625"/>
            <a:ext cx="2747240" cy="2637350"/>
          </a:xfrm>
          <a:custGeom>
            <a:avLst/>
            <a:gdLst/>
            <a:ahLst/>
            <a:cxnLst/>
            <a:rect l="l" t="t" r="r" b="b"/>
            <a:pathLst>
              <a:path w="2747240" h="2637350">
                <a:moveTo>
                  <a:pt x="0" y="0"/>
                </a:moveTo>
                <a:lnTo>
                  <a:pt x="2747240" y="0"/>
                </a:lnTo>
                <a:lnTo>
                  <a:pt x="2747240" y="2637350"/>
                </a:lnTo>
                <a:lnTo>
                  <a:pt x="0" y="26373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837991" y="3194438"/>
            <a:ext cx="3508947" cy="3197528"/>
          </a:xfrm>
          <a:custGeom>
            <a:avLst/>
            <a:gdLst/>
            <a:ahLst/>
            <a:cxnLst/>
            <a:rect l="l" t="t" r="r" b="b"/>
            <a:pathLst>
              <a:path w="3508947" h="3197528">
                <a:moveTo>
                  <a:pt x="0" y="0"/>
                </a:moveTo>
                <a:lnTo>
                  <a:pt x="3508947" y="0"/>
                </a:lnTo>
                <a:lnTo>
                  <a:pt x="3508947" y="3197528"/>
                </a:lnTo>
                <a:lnTo>
                  <a:pt x="0" y="3197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57104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55487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585097" y="1966889"/>
            <a:ext cx="1288088" cy="1802667"/>
          </a:xfrm>
          <a:custGeom>
            <a:avLst/>
            <a:gdLst/>
            <a:ahLst/>
            <a:cxnLst/>
            <a:rect l="l" t="t" r="r" b="b"/>
            <a:pathLst>
              <a:path w="1288088" h="1802667">
                <a:moveTo>
                  <a:pt x="0" y="0"/>
                </a:moveTo>
                <a:lnTo>
                  <a:pt x="1288087" y="0"/>
                </a:lnTo>
                <a:lnTo>
                  <a:pt x="1288087" y="1802667"/>
                </a:lnTo>
                <a:lnTo>
                  <a:pt x="0" y="1802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005474" y="6565267"/>
            <a:ext cx="2528326" cy="3928190"/>
          </a:xfrm>
          <a:custGeom>
            <a:avLst/>
            <a:gdLst/>
            <a:ahLst/>
            <a:cxnLst/>
            <a:rect l="l" t="t" r="r" b="b"/>
            <a:pathLst>
              <a:path w="2528326" h="3928190">
                <a:moveTo>
                  <a:pt x="0" y="0"/>
                </a:moveTo>
                <a:lnTo>
                  <a:pt x="2528327" y="0"/>
                </a:lnTo>
                <a:lnTo>
                  <a:pt x="2528327" y="3928191"/>
                </a:lnTo>
                <a:lnTo>
                  <a:pt x="0" y="3928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782697" y="1630049"/>
            <a:ext cx="4232027" cy="3713603"/>
          </a:xfrm>
          <a:custGeom>
            <a:avLst/>
            <a:gdLst/>
            <a:ahLst/>
            <a:cxnLst/>
            <a:rect l="l" t="t" r="r" b="b"/>
            <a:pathLst>
              <a:path w="4232027" h="3713603">
                <a:moveTo>
                  <a:pt x="0" y="0"/>
                </a:moveTo>
                <a:lnTo>
                  <a:pt x="4232027" y="0"/>
                </a:lnTo>
                <a:lnTo>
                  <a:pt x="4232027" y="3713604"/>
                </a:lnTo>
                <a:lnTo>
                  <a:pt x="0" y="3713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671266" y="3194438"/>
            <a:ext cx="6050824" cy="10190861"/>
          </a:xfrm>
          <a:custGeom>
            <a:avLst/>
            <a:gdLst/>
            <a:ahLst/>
            <a:cxnLst/>
            <a:rect l="l" t="t" r="r" b="b"/>
            <a:pathLst>
              <a:path w="6050824" h="10190861">
                <a:moveTo>
                  <a:pt x="0" y="0"/>
                </a:moveTo>
                <a:lnTo>
                  <a:pt x="6050824" y="0"/>
                </a:lnTo>
                <a:lnTo>
                  <a:pt x="6050824" y="10190861"/>
                </a:lnTo>
                <a:lnTo>
                  <a:pt x="0" y="101908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43843" y="3315301"/>
            <a:ext cx="4340311" cy="9949136"/>
          </a:xfrm>
          <a:custGeom>
            <a:avLst/>
            <a:gdLst/>
            <a:ahLst/>
            <a:cxnLst/>
            <a:rect l="l" t="t" r="r" b="b"/>
            <a:pathLst>
              <a:path w="4340311" h="9949136">
                <a:moveTo>
                  <a:pt x="0" y="0"/>
                </a:moveTo>
                <a:lnTo>
                  <a:pt x="4340310" y="0"/>
                </a:lnTo>
                <a:lnTo>
                  <a:pt x="4340310" y="9949136"/>
                </a:lnTo>
                <a:lnTo>
                  <a:pt x="0" y="99491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376932" y="2624810"/>
            <a:ext cx="5111240" cy="183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600">
                <a:solidFill>
                  <a:srgbClr val="5F3A42"/>
                </a:solidFill>
                <a:latin typeface="Sensei"/>
                <a:ea typeface="Sensei"/>
                <a:cs typeface="Sensei"/>
                <a:sym typeface="Sensei"/>
              </a:rPr>
              <a:t>Apa Itu Teks Prosedur?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75788" y="5286503"/>
            <a:ext cx="5113527" cy="334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Teks prosedur adalah teks yang memberikan petunjuk, panduan, atau instruksi untuk melakukan sesuatu. Teks ini membantu kita untuk memahami dan mengerjakan sesuatu dengan tahapan-tahapan yang benar.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01087" y="3848098"/>
            <a:ext cx="5741583" cy="2253571"/>
          </a:xfrm>
          <a:custGeom>
            <a:avLst/>
            <a:gdLst/>
            <a:ahLst/>
            <a:cxnLst/>
            <a:rect l="l" t="t" r="r" b="b"/>
            <a:pathLst>
              <a:path w="5741583" h="2253571">
                <a:moveTo>
                  <a:pt x="0" y="0"/>
                </a:moveTo>
                <a:lnTo>
                  <a:pt x="5741583" y="0"/>
                </a:lnTo>
                <a:lnTo>
                  <a:pt x="5741583" y="2253571"/>
                </a:lnTo>
                <a:lnTo>
                  <a:pt x="0" y="2253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79979" y="4453614"/>
            <a:ext cx="871631" cy="863707"/>
          </a:xfrm>
          <a:custGeom>
            <a:avLst/>
            <a:gdLst/>
            <a:ahLst/>
            <a:cxnLst/>
            <a:rect l="l" t="t" r="r" b="b"/>
            <a:pathLst>
              <a:path w="871631" h="863707">
                <a:moveTo>
                  <a:pt x="0" y="0"/>
                </a:moveTo>
                <a:lnTo>
                  <a:pt x="871631" y="0"/>
                </a:lnTo>
                <a:lnTo>
                  <a:pt x="871631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45330" y="3848098"/>
            <a:ext cx="5741583" cy="2253571"/>
          </a:xfrm>
          <a:custGeom>
            <a:avLst/>
            <a:gdLst/>
            <a:ahLst/>
            <a:cxnLst/>
            <a:rect l="l" t="t" r="r" b="b"/>
            <a:pathLst>
              <a:path w="5741583" h="2253571">
                <a:moveTo>
                  <a:pt x="0" y="0"/>
                </a:moveTo>
                <a:lnTo>
                  <a:pt x="5741583" y="0"/>
                </a:lnTo>
                <a:lnTo>
                  <a:pt x="5741583" y="2253571"/>
                </a:lnTo>
                <a:lnTo>
                  <a:pt x="0" y="2253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66695" y="4453614"/>
            <a:ext cx="829158" cy="863707"/>
          </a:xfrm>
          <a:custGeom>
            <a:avLst/>
            <a:gdLst/>
            <a:ahLst/>
            <a:cxnLst/>
            <a:rect l="l" t="t" r="r" b="b"/>
            <a:pathLst>
              <a:path w="829158" h="863707">
                <a:moveTo>
                  <a:pt x="0" y="0"/>
                </a:moveTo>
                <a:lnTo>
                  <a:pt x="829159" y="0"/>
                </a:lnTo>
                <a:lnTo>
                  <a:pt x="829159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3209" y="6349319"/>
            <a:ext cx="5741583" cy="2253571"/>
          </a:xfrm>
          <a:custGeom>
            <a:avLst/>
            <a:gdLst/>
            <a:ahLst/>
            <a:cxnLst/>
            <a:rect l="l" t="t" r="r" b="b"/>
            <a:pathLst>
              <a:path w="5741583" h="2253571">
                <a:moveTo>
                  <a:pt x="0" y="0"/>
                </a:moveTo>
                <a:lnTo>
                  <a:pt x="5741582" y="0"/>
                </a:lnTo>
                <a:lnTo>
                  <a:pt x="5741582" y="2253571"/>
                </a:lnTo>
                <a:lnTo>
                  <a:pt x="0" y="2253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074158" y="6954836"/>
            <a:ext cx="849573" cy="863707"/>
          </a:xfrm>
          <a:custGeom>
            <a:avLst/>
            <a:gdLst/>
            <a:ahLst/>
            <a:cxnLst/>
            <a:rect l="l" t="t" r="r" b="b"/>
            <a:pathLst>
              <a:path w="849573" h="863707">
                <a:moveTo>
                  <a:pt x="0" y="0"/>
                </a:moveTo>
                <a:lnTo>
                  <a:pt x="849574" y="0"/>
                </a:lnTo>
                <a:lnTo>
                  <a:pt x="849574" y="863706"/>
                </a:lnTo>
                <a:lnTo>
                  <a:pt x="0" y="863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57104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55487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971878" y="1028700"/>
            <a:ext cx="6344244" cy="2569419"/>
          </a:xfrm>
          <a:custGeom>
            <a:avLst/>
            <a:gdLst/>
            <a:ahLst/>
            <a:cxnLst/>
            <a:rect l="l" t="t" r="r" b="b"/>
            <a:pathLst>
              <a:path w="6344244" h="2569419">
                <a:moveTo>
                  <a:pt x="0" y="0"/>
                </a:moveTo>
                <a:lnTo>
                  <a:pt x="6344244" y="0"/>
                </a:lnTo>
                <a:lnTo>
                  <a:pt x="6344244" y="2569419"/>
                </a:lnTo>
                <a:lnTo>
                  <a:pt x="0" y="2569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419704" y="7991381"/>
            <a:ext cx="2765227" cy="2659646"/>
          </a:xfrm>
          <a:custGeom>
            <a:avLst/>
            <a:gdLst/>
            <a:ahLst/>
            <a:cxnLst/>
            <a:rect l="l" t="t" r="r" b="b"/>
            <a:pathLst>
              <a:path w="2765227" h="2659646">
                <a:moveTo>
                  <a:pt x="0" y="0"/>
                </a:moveTo>
                <a:lnTo>
                  <a:pt x="2765227" y="0"/>
                </a:lnTo>
                <a:lnTo>
                  <a:pt x="2765227" y="2659646"/>
                </a:lnTo>
                <a:lnTo>
                  <a:pt x="0" y="2659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117500" y="8775486"/>
            <a:ext cx="3381445" cy="1961238"/>
          </a:xfrm>
          <a:custGeom>
            <a:avLst/>
            <a:gdLst/>
            <a:ahLst/>
            <a:cxnLst/>
            <a:rect l="l" t="t" r="r" b="b"/>
            <a:pathLst>
              <a:path w="3381445" h="1961238">
                <a:moveTo>
                  <a:pt x="0" y="0"/>
                </a:moveTo>
                <a:lnTo>
                  <a:pt x="3381445" y="0"/>
                </a:lnTo>
                <a:lnTo>
                  <a:pt x="3381445" y="1961238"/>
                </a:lnTo>
                <a:lnTo>
                  <a:pt x="0" y="1961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5466393" y="1747650"/>
            <a:ext cx="3585815" cy="3227233"/>
          </a:xfrm>
          <a:custGeom>
            <a:avLst/>
            <a:gdLst/>
            <a:ahLst/>
            <a:cxnLst/>
            <a:rect l="l" t="t" r="r" b="b"/>
            <a:pathLst>
              <a:path w="3585815" h="3227233">
                <a:moveTo>
                  <a:pt x="3585814" y="0"/>
                </a:moveTo>
                <a:lnTo>
                  <a:pt x="0" y="0"/>
                </a:lnTo>
                <a:lnTo>
                  <a:pt x="0" y="3227233"/>
                </a:lnTo>
                <a:lnTo>
                  <a:pt x="3585814" y="3227233"/>
                </a:lnTo>
                <a:lnTo>
                  <a:pt x="358581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499647" y="2172846"/>
            <a:ext cx="4161379" cy="1425272"/>
          </a:xfrm>
          <a:custGeom>
            <a:avLst/>
            <a:gdLst/>
            <a:ahLst/>
            <a:cxnLst/>
            <a:rect l="l" t="t" r="r" b="b"/>
            <a:pathLst>
              <a:path w="4161379" h="1425272">
                <a:moveTo>
                  <a:pt x="0" y="0"/>
                </a:moveTo>
                <a:lnTo>
                  <a:pt x="4161379" y="0"/>
                </a:lnTo>
                <a:lnTo>
                  <a:pt x="4161379" y="1425273"/>
                </a:lnTo>
                <a:lnTo>
                  <a:pt x="0" y="1425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4135" y="5206404"/>
            <a:ext cx="4063365" cy="8229600"/>
          </a:xfrm>
          <a:custGeom>
            <a:avLst/>
            <a:gdLst/>
            <a:ahLst/>
            <a:cxnLst/>
            <a:rect l="l" t="t" r="r" b="b"/>
            <a:pathLst>
              <a:path w="4063365" h="8229600">
                <a:moveTo>
                  <a:pt x="0" y="0"/>
                </a:moveTo>
                <a:lnTo>
                  <a:pt x="4063365" y="0"/>
                </a:lnTo>
                <a:lnTo>
                  <a:pt x="40633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988034" y="4974883"/>
            <a:ext cx="4299966" cy="8229600"/>
          </a:xfrm>
          <a:custGeom>
            <a:avLst/>
            <a:gdLst/>
            <a:ahLst/>
            <a:cxnLst/>
            <a:rect l="l" t="t" r="r" b="b"/>
            <a:pathLst>
              <a:path w="4299966" h="8229600">
                <a:moveTo>
                  <a:pt x="0" y="0"/>
                </a:moveTo>
                <a:lnTo>
                  <a:pt x="4299966" y="0"/>
                </a:lnTo>
                <a:lnTo>
                  <a:pt x="429996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963686" y="4026094"/>
            <a:ext cx="3270726" cy="166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Membantu orang memahami cara melakukan sesuatu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7930" y="4307049"/>
            <a:ext cx="3270726" cy="109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Memberikan petunjuk langkah demi langkah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35808" y="6808270"/>
            <a:ext cx="3270726" cy="109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Mencegah kesalahan saat melakukan kegiatan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88380" y="1444165"/>
            <a:ext cx="5111240" cy="183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600">
                <a:solidFill>
                  <a:srgbClr val="5F3A42"/>
                </a:solidFill>
                <a:latin typeface="Sensei"/>
                <a:ea typeface="Sensei"/>
                <a:cs typeface="Sensei"/>
                <a:sym typeface="Sensei"/>
              </a:rPr>
              <a:t>Tujuan Teks Prosedur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00000">
            <a:off x="-1320055" y="1970519"/>
            <a:ext cx="4072205" cy="2672385"/>
          </a:xfrm>
          <a:custGeom>
            <a:avLst/>
            <a:gdLst/>
            <a:ahLst/>
            <a:cxnLst/>
            <a:rect l="l" t="t" r="r" b="b"/>
            <a:pathLst>
              <a:path w="4072205" h="2672385">
                <a:moveTo>
                  <a:pt x="0" y="0"/>
                </a:moveTo>
                <a:lnTo>
                  <a:pt x="4072205" y="0"/>
                </a:lnTo>
                <a:lnTo>
                  <a:pt x="4072205" y="2672385"/>
                </a:lnTo>
                <a:lnTo>
                  <a:pt x="0" y="26723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00000">
            <a:off x="15535850" y="1970519"/>
            <a:ext cx="4072205" cy="2672385"/>
          </a:xfrm>
          <a:custGeom>
            <a:avLst/>
            <a:gdLst/>
            <a:ahLst/>
            <a:cxnLst/>
            <a:rect l="l" t="t" r="r" b="b"/>
            <a:pathLst>
              <a:path w="4072205" h="2672385">
                <a:moveTo>
                  <a:pt x="0" y="0"/>
                </a:moveTo>
                <a:lnTo>
                  <a:pt x="4072205" y="0"/>
                </a:lnTo>
                <a:lnTo>
                  <a:pt x="4072205" y="2672385"/>
                </a:lnTo>
                <a:lnTo>
                  <a:pt x="0" y="26723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7104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5487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1878" y="1028700"/>
            <a:ext cx="6344244" cy="2569419"/>
          </a:xfrm>
          <a:custGeom>
            <a:avLst/>
            <a:gdLst/>
            <a:ahLst/>
            <a:cxnLst/>
            <a:rect l="l" t="t" r="r" b="b"/>
            <a:pathLst>
              <a:path w="6344244" h="2569419">
                <a:moveTo>
                  <a:pt x="0" y="0"/>
                </a:moveTo>
                <a:lnTo>
                  <a:pt x="6344244" y="0"/>
                </a:lnTo>
                <a:lnTo>
                  <a:pt x="6344244" y="2569419"/>
                </a:lnTo>
                <a:lnTo>
                  <a:pt x="0" y="2569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13397" y="4084494"/>
            <a:ext cx="3661713" cy="3869710"/>
          </a:xfrm>
          <a:custGeom>
            <a:avLst/>
            <a:gdLst/>
            <a:ahLst/>
            <a:cxnLst/>
            <a:rect l="l" t="t" r="r" b="b"/>
            <a:pathLst>
              <a:path w="3661713" h="3869710">
                <a:moveTo>
                  <a:pt x="0" y="0"/>
                </a:moveTo>
                <a:lnTo>
                  <a:pt x="3661713" y="0"/>
                </a:lnTo>
                <a:lnTo>
                  <a:pt x="3661713" y="3869710"/>
                </a:lnTo>
                <a:lnTo>
                  <a:pt x="0" y="3869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595199" y="4679132"/>
            <a:ext cx="871631" cy="863707"/>
          </a:xfrm>
          <a:custGeom>
            <a:avLst/>
            <a:gdLst/>
            <a:ahLst/>
            <a:cxnLst/>
            <a:rect l="l" t="t" r="r" b="b"/>
            <a:pathLst>
              <a:path w="871631" h="863707">
                <a:moveTo>
                  <a:pt x="0" y="0"/>
                </a:moveTo>
                <a:lnTo>
                  <a:pt x="871631" y="0"/>
                </a:lnTo>
                <a:lnTo>
                  <a:pt x="871631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246561" y="4084494"/>
            <a:ext cx="3661713" cy="3869710"/>
          </a:xfrm>
          <a:custGeom>
            <a:avLst/>
            <a:gdLst/>
            <a:ahLst/>
            <a:cxnLst/>
            <a:rect l="l" t="t" r="r" b="b"/>
            <a:pathLst>
              <a:path w="3661713" h="3869710">
                <a:moveTo>
                  <a:pt x="0" y="0"/>
                </a:moveTo>
                <a:lnTo>
                  <a:pt x="3661713" y="0"/>
                </a:lnTo>
                <a:lnTo>
                  <a:pt x="3661713" y="3869710"/>
                </a:lnTo>
                <a:lnTo>
                  <a:pt x="0" y="3869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728363" y="4679132"/>
            <a:ext cx="829158" cy="863707"/>
          </a:xfrm>
          <a:custGeom>
            <a:avLst/>
            <a:gdLst/>
            <a:ahLst/>
            <a:cxnLst/>
            <a:rect l="l" t="t" r="r" b="b"/>
            <a:pathLst>
              <a:path w="829158" h="863707">
                <a:moveTo>
                  <a:pt x="0" y="0"/>
                </a:moveTo>
                <a:lnTo>
                  <a:pt x="829159" y="0"/>
                </a:lnTo>
                <a:lnTo>
                  <a:pt x="829159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379726" y="4084494"/>
            <a:ext cx="3661713" cy="3869710"/>
          </a:xfrm>
          <a:custGeom>
            <a:avLst/>
            <a:gdLst/>
            <a:ahLst/>
            <a:cxnLst/>
            <a:rect l="l" t="t" r="r" b="b"/>
            <a:pathLst>
              <a:path w="3661713" h="3869710">
                <a:moveTo>
                  <a:pt x="0" y="0"/>
                </a:moveTo>
                <a:lnTo>
                  <a:pt x="3661713" y="0"/>
                </a:lnTo>
                <a:lnTo>
                  <a:pt x="3661713" y="3869710"/>
                </a:lnTo>
                <a:lnTo>
                  <a:pt x="0" y="3869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883585" y="4679132"/>
            <a:ext cx="849573" cy="863707"/>
          </a:xfrm>
          <a:custGeom>
            <a:avLst/>
            <a:gdLst/>
            <a:ahLst/>
            <a:cxnLst/>
            <a:rect l="l" t="t" r="r" b="b"/>
            <a:pathLst>
              <a:path w="849573" h="863707">
                <a:moveTo>
                  <a:pt x="0" y="0"/>
                </a:moveTo>
                <a:lnTo>
                  <a:pt x="849574" y="0"/>
                </a:lnTo>
                <a:lnTo>
                  <a:pt x="849574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512890" y="4084494"/>
            <a:ext cx="3661713" cy="3869710"/>
          </a:xfrm>
          <a:custGeom>
            <a:avLst/>
            <a:gdLst/>
            <a:ahLst/>
            <a:cxnLst/>
            <a:rect l="l" t="t" r="r" b="b"/>
            <a:pathLst>
              <a:path w="3661713" h="3869710">
                <a:moveTo>
                  <a:pt x="0" y="0"/>
                </a:moveTo>
                <a:lnTo>
                  <a:pt x="3661713" y="0"/>
                </a:lnTo>
                <a:lnTo>
                  <a:pt x="3661713" y="3869710"/>
                </a:lnTo>
                <a:lnTo>
                  <a:pt x="0" y="38697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063861" y="4679132"/>
            <a:ext cx="802462" cy="863707"/>
          </a:xfrm>
          <a:custGeom>
            <a:avLst/>
            <a:gdLst/>
            <a:ahLst/>
            <a:cxnLst/>
            <a:rect l="l" t="t" r="r" b="b"/>
            <a:pathLst>
              <a:path w="802462" h="863707">
                <a:moveTo>
                  <a:pt x="0" y="0"/>
                </a:moveTo>
                <a:lnTo>
                  <a:pt x="802462" y="0"/>
                </a:lnTo>
                <a:lnTo>
                  <a:pt x="802462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900000">
            <a:off x="2743731" y="1619528"/>
            <a:ext cx="1561930" cy="2080052"/>
          </a:xfrm>
          <a:custGeom>
            <a:avLst/>
            <a:gdLst/>
            <a:ahLst/>
            <a:cxnLst/>
            <a:rect l="l" t="t" r="r" b="b"/>
            <a:pathLst>
              <a:path w="1561930" h="2080052">
                <a:moveTo>
                  <a:pt x="0" y="0"/>
                </a:moveTo>
                <a:lnTo>
                  <a:pt x="1561930" y="0"/>
                </a:lnTo>
                <a:lnTo>
                  <a:pt x="1561930" y="2080053"/>
                </a:lnTo>
                <a:lnTo>
                  <a:pt x="0" y="2080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900000">
            <a:off x="13958201" y="1630854"/>
            <a:ext cx="1586068" cy="2057400"/>
          </a:xfrm>
          <a:custGeom>
            <a:avLst/>
            <a:gdLst/>
            <a:ahLst/>
            <a:cxnLst/>
            <a:rect l="l" t="t" r="r" b="b"/>
            <a:pathLst>
              <a:path w="1586068" h="2057400">
                <a:moveTo>
                  <a:pt x="0" y="0"/>
                </a:moveTo>
                <a:lnTo>
                  <a:pt x="1586068" y="0"/>
                </a:lnTo>
                <a:lnTo>
                  <a:pt x="158606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695287" y="8065087"/>
            <a:ext cx="2897426" cy="2386426"/>
          </a:xfrm>
          <a:custGeom>
            <a:avLst/>
            <a:gdLst/>
            <a:ahLst/>
            <a:cxnLst/>
            <a:rect l="l" t="t" r="r" b="b"/>
            <a:pathLst>
              <a:path w="2897426" h="2386426">
                <a:moveTo>
                  <a:pt x="0" y="0"/>
                </a:moveTo>
                <a:lnTo>
                  <a:pt x="2897426" y="0"/>
                </a:lnTo>
                <a:lnTo>
                  <a:pt x="2897426" y="2386426"/>
                </a:lnTo>
                <a:lnTo>
                  <a:pt x="0" y="23864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16047" y="7598176"/>
            <a:ext cx="2561317" cy="5122634"/>
          </a:xfrm>
          <a:custGeom>
            <a:avLst/>
            <a:gdLst/>
            <a:ahLst/>
            <a:cxnLst/>
            <a:rect l="l" t="t" r="r" b="b"/>
            <a:pathLst>
              <a:path w="2561317" h="5122634">
                <a:moveTo>
                  <a:pt x="0" y="0"/>
                </a:moveTo>
                <a:lnTo>
                  <a:pt x="2561317" y="0"/>
                </a:lnTo>
                <a:lnTo>
                  <a:pt x="2561317" y="5122634"/>
                </a:lnTo>
                <a:lnTo>
                  <a:pt x="0" y="512263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063861" y="7331301"/>
            <a:ext cx="3224139" cy="5656384"/>
          </a:xfrm>
          <a:custGeom>
            <a:avLst/>
            <a:gdLst/>
            <a:ahLst/>
            <a:cxnLst/>
            <a:rect l="l" t="t" r="r" b="b"/>
            <a:pathLst>
              <a:path w="3224139" h="5656384">
                <a:moveTo>
                  <a:pt x="0" y="0"/>
                </a:moveTo>
                <a:lnTo>
                  <a:pt x="3224139" y="0"/>
                </a:lnTo>
                <a:lnTo>
                  <a:pt x="3224139" y="5656384"/>
                </a:lnTo>
                <a:lnTo>
                  <a:pt x="0" y="56563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588380" y="1444165"/>
            <a:ext cx="5111240" cy="183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600">
                <a:solidFill>
                  <a:srgbClr val="5F3A42"/>
                </a:solidFill>
                <a:latin typeface="Sensei"/>
                <a:ea typeface="Sensei"/>
                <a:cs typeface="Sensei"/>
                <a:sym typeface="Sensei"/>
              </a:rPr>
              <a:t>Ciri-Ciri Teks Prosedur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3365" y="5784113"/>
            <a:ext cx="2635299" cy="109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Menggunakan langkah berurutan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46529" y="5784113"/>
            <a:ext cx="2635299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Berisi Kalimat Perintah (Imperatif)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79694" y="5784113"/>
            <a:ext cx="2635299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Menggunakan kata penghubung (konjungsi)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47442" y="5727563"/>
            <a:ext cx="263529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Berisi keterangan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71878" y="1028700"/>
            <a:ext cx="6344244" cy="2569419"/>
          </a:xfrm>
          <a:custGeom>
            <a:avLst/>
            <a:gdLst/>
            <a:ahLst/>
            <a:cxnLst/>
            <a:rect l="l" t="t" r="r" b="b"/>
            <a:pathLst>
              <a:path w="6344244" h="2569419">
                <a:moveTo>
                  <a:pt x="0" y="0"/>
                </a:moveTo>
                <a:lnTo>
                  <a:pt x="6344244" y="0"/>
                </a:lnTo>
                <a:lnTo>
                  <a:pt x="6344244" y="2569419"/>
                </a:lnTo>
                <a:lnTo>
                  <a:pt x="0" y="2569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7228" y="4383488"/>
            <a:ext cx="3643361" cy="4280013"/>
          </a:xfrm>
          <a:custGeom>
            <a:avLst/>
            <a:gdLst/>
            <a:ahLst/>
            <a:cxnLst/>
            <a:rect l="l" t="t" r="r" b="b"/>
            <a:pathLst>
              <a:path w="3643361" h="4280013">
                <a:moveTo>
                  <a:pt x="0" y="0"/>
                </a:moveTo>
                <a:lnTo>
                  <a:pt x="3643361" y="0"/>
                </a:lnTo>
                <a:lnTo>
                  <a:pt x="3643361" y="4280013"/>
                </a:lnTo>
                <a:lnTo>
                  <a:pt x="0" y="42800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62877" y="4462525"/>
            <a:ext cx="871631" cy="863707"/>
          </a:xfrm>
          <a:custGeom>
            <a:avLst/>
            <a:gdLst/>
            <a:ahLst/>
            <a:cxnLst/>
            <a:rect l="l" t="t" r="r" b="b"/>
            <a:pathLst>
              <a:path w="871631" h="863707">
                <a:moveTo>
                  <a:pt x="0" y="0"/>
                </a:moveTo>
                <a:lnTo>
                  <a:pt x="871631" y="0"/>
                </a:lnTo>
                <a:lnTo>
                  <a:pt x="871631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49754" y="4383488"/>
            <a:ext cx="3624312" cy="4257635"/>
          </a:xfrm>
          <a:custGeom>
            <a:avLst/>
            <a:gdLst/>
            <a:ahLst/>
            <a:cxnLst/>
            <a:rect l="l" t="t" r="r" b="b"/>
            <a:pathLst>
              <a:path w="3624312" h="4257635">
                <a:moveTo>
                  <a:pt x="0" y="0"/>
                </a:moveTo>
                <a:lnTo>
                  <a:pt x="3624312" y="0"/>
                </a:lnTo>
                <a:lnTo>
                  <a:pt x="3624312" y="4257635"/>
                </a:lnTo>
                <a:lnTo>
                  <a:pt x="0" y="4257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04002" y="4462525"/>
            <a:ext cx="829158" cy="863707"/>
          </a:xfrm>
          <a:custGeom>
            <a:avLst/>
            <a:gdLst/>
            <a:ahLst/>
            <a:cxnLst/>
            <a:rect l="l" t="t" r="r" b="b"/>
            <a:pathLst>
              <a:path w="829158" h="863707">
                <a:moveTo>
                  <a:pt x="0" y="0"/>
                </a:moveTo>
                <a:lnTo>
                  <a:pt x="829159" y="0"/>
                </a:lnTo>
                <a:lnTo>
                  <a:pt x="829159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52635" y="4462525"/>
            <a:ext cx="3576080" cy="4200975"/>
          </a:xfrm>
          <a:custGeom>
            <a:avLst/>
            <a:gdLst/>
            <a:ahLst/>
            <a:cxnLst/>
            <a:rect l="l" t="t" r="r" b="b"/>
            <a:pathLst>
              <a:path w="3576080" h="4200975">
                <a:moveTo>
                  <a:pt x="0" y="0"/>
                </a:moveTo>
                <a:lnTo>
                  <a:pt x="3576080" y="0"/>
                </a:lnTo>
                <a:lnTo>
                  <a:pt x="3576080" y="4200976"/>
                </a:lnTo>
                <a:lnTo>
                  <a:pt x="0" y="4200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50047" y="4617250"/>
            <a:ext cx="849573" cy="863707"/>
          </a:xfrm>
          <a:custGeom>
            <a:avLst/>
            <a:gdLst/>
            <a:ahLst/>
            <a:cxnLst/>
            <a:rect l="l" t="t" r="r" b="b"/>
            <a:pathLst>
              <a:path w="849573" h="863707">
                <a:moveTo>
                  <a:pt x="0" y="0"/>
                </a:moveTo>
                <a:lnTo>
                  <a:pt x="849573" y="0"/>
                </a:lnTo>
                <a:lnTo>
                  <a:pt x="849573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7104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55487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88966" y="1943229"/>
            <a:ext cx="3881622" cy="1683654"/>
          </a:xfrm>
          <a:custGeom>
            <a:avLst/>
            <a:gdLst/>
            <a:ahLst/>
            <a:cxnLst/>
            <a:rect l="l" t="t" r="r" b="b"/>
            <a:pathLst>
              <a:path w="3881622" h="1683654">
                <a:moveTo>
                  <a:pt x="0" y="0"/>
                </a:moveTo>
                <a:lnTo>
                  <a:pt x="3881623" y="0"/>
                </a:lnTo>
                <a:lnTo>
                  <a:pt x="3881623" y="1683654"/>
                </a:lnTo>
                <a:lnTo>
                  <a:pt x="0" y="1683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028715" y="2040234"/>
            <a:ext cx="4161379" cy="1425272"/>
          </a:xfrm>
          <a:custGeom>
            <a:avLst/>
            <a:gdLst/>
            <a:ahLst/>
            <a:cxnLst/>
            <a:rect l="l" t="t" r="r" b="b"/>
            <a:pathLst>
              <a:path w="4161379" h="1425272">
                <a:moveTo>
                  <a:pt x="0" y="0"/>
                </a:moveTo>
                <a:lnTo>
                  <a:pt x="4161379" y="0"/>
                </a:lnTo>
                <a:lnTo>
                  <a:pt x="4161379" y="1425272"/>
                </a:lnTo>
                <a:lnTo>
                  <a:pt x="0" y="14252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503655" y="1759593"/>
            <a:ext cx="2185243" cy="2394191"/>
          </a:xfrm>
          <a:custGeom>
            <a:avLst/>
            <a:gdLst/>
            <a:ahLst/>
            <a:cxnLst/>
            <a:rect l="l" t="t" r="r" b="b"/>
            <a:pathLst>
              <a:path w="2185243" h="2394191">
                <a:moveTo>
                  <a:pt x="0" y="0"/>
                </a:moveTo>
                <a:lnTo>
                  <a:pt x="2185243" y="0"/>
                </a:lnTo>
                <a:lnTo>
                  <a:pt x="2185243" y="2394191"/>
                </a:lnTo>
                <a:lnTo>
                  <a:pt x="0" y="2394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014442" y="2109381"/>
            <a:ext cx="3613180" cy="2207324"/>
          </a:xfrm>
          <a:custGeom>
            <a:avLst/>
            <a:gdLst/>
            <a:ahLst/>
            <a:cxnLst/>
            <a:rect l="l" t="t" r="r" b="b"/>
            <a:pathLst>
              <a:path w="3613180" h="2207324">
                <a:moveTo>
                  <a:pt x="0" y="0"/>
                </a:moveTo>
                <a:lnTo>
                  <a:pt x="3613179" y="0"/>
                </a:lnTo>
                <a:lnTo>
                  <a:pt x="3613179" y="2207324"/>
                </a:lnTo>
                <a:lnTo>
                  <a:pt x="0" y="2207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683220" y="4462525"/>
            <a:ext cx="3576080" cy="4200975"/>
          </a:xfrm>
          <a:custGeom>
            <a:avLst/>
            <a:gdLst/>
            <a:ahLst/>
            <a:cxnLst/>
            <a:rect l="l" t="t" r="r" b="b"/>
            <a:pathLst>
              <a:path w="3576080" h="4200975">
                <a:moveTo>
                  <a:pt x="0" y="0"/>
                </a:moveTo>
                <a:lnTo>
                  <a:pt x="3576080" y="0"/>
                </a:lnTo>
                <a:lnTo>
                  <a:pt x="3576080" y="4200976"/>
                </a:lnTo>
                <a:lnTo>
                  <a:pt x="0" y="4200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109405" y="4711647"/>
            <a:ext cx="802462" cy="863707"/>
          </a:xfrm>
          <a:custGeom>
            <a:avLst/>
            <a:gdLst/>
            <a:ahLst/>
            <a:cxnLst/>
            <a:rect l="l" t="t" r="r" b="b"/>
            <a:pathLst>
              <a:path w="802462" h="863707">
                <a:moveTo>
                  <a:pt x="0" y="0"/>
                </a:moveTo>
                <a:lnTo>
                  <a:pt x="802462" y="0"/>
                </a:lnTo>
                <a:lnTo>
                  <a:pt x="802462" y="863706"/>
                </a:lnTo>
                <a:lnTo>
                  <a:pt x="0" y="863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88380" y="1444165"/>
            <a:ext cx="5111240" cy="183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600">
                <a:solidFill>
                  <a:srgbClr val="5F3A42"/>
                </a:solidFill>
                <a:latin typeface="Sensei"/>
                <a:ea typeface="Sensei"/>
                <a:cs typeface="Sensei"/>
                <a:sym typeface="Sensei"/>
              </a:rPr>
              <a:t>Struktur Teks Prosedur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81043" y="5423807"/>
            <a:ext cx="2635299" cy="109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Judul atau Tujuan Kegiatan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1043" y="6656844"/>
            <a:ext cx="2635299" cy="1066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Menjelaskan apa yang akan dilakukan.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57603" y="5664154"/>
            <a:ext cx="232195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Bahan dan Alat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00932" y="6249616"/>
            <a:ext cx="2635299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Daftar alat dan bahan yang dibutuhkan untuk melakukan kegiatan.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59966" y="5464480"/>
            <a:ext cx="2635299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Langkah-Langkah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59966" y="6249616"/>
            <a:ext cx="2635299" cy="160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Petunjuk urut yang harus dilakukan dari awal hingga selesai.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08788" y="5423807"/>
            <a:ext cx="263529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Penutup (Opsional)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60110" y="6013607"/>
            <a:ext cx="2932654" cy="2372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3"/>
              </a:lnSpc>
            </a:pPr>
            <a:r>
              <a:rPr lang="en-US" sz="2681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Penegasan ulang, kesimpulan, atau harapan agar pembaca berhasil melakukan prosedur tersebut.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104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5487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55537" y="1993287"/>
            <a:ext cx="3430872" cy="3126382"/>
          </a:xfrm>
          <a:custGeom>
            <a:avLst/>
            <a:gdLst/>
            <a:ahLst/>
            <a:cxnLst/>
            <a:rect l="l" t="t" r="r" b="b"/>
            <a:pathLst>
              <a:path w="3430872" h="3126382">
                <a:moveTo>
                  <a:pt x="0" y="0"/>
                </a:moveTo>
                <a:lnTo>
                  <a:pt x="3430872" y="0"/>
                </a:lnTo>
                <a:lnTo>
                  <a:pt x="3430872" y="3126382"/>
                </a:lnTo>
                <a:lnTo>
                  <a:pt x="0" y="31263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94600" y="1864466"/>
            <a:ext cx="4137863" cy="3630975"/>
          </a:xfrm>
          <a:custGeom>
            <a:avLst/>
            <a:gdLst/>
            <a:ahLst/>
            <a:cxnLst/>
            <a:rect l="l" t="t" r="r" b="b"/>
            <a:pathLst>
              <a:path w="4137863" h="3630975">
                <a:moveTo>
                  <a:pt x="0" y="0"/>
                </a:moveTo>
                <a:lnTo>
                  <a:pt x="4137863" y="0"/>
                </a:lnTo>
                <a:lnTo>
                  <a:pt x="4137863" y="3630975"/>
                </a:lnTo>
                <a:lnTo>
                  <a:pt x="0" y="3630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1878" y="1028700"/>
            <a:ext cx="6344244" cy="2569419"/>
          </a:xfrm>
          <a:custGeom>
            <a:avLst/>
            <a:gdLst/>
            <a:ahLst/>
            <a:cxnLst/>
            <a:rect l="l" t="t" r="r" b="b"/>
            <a:pathLst>
              <a:path w="6344244" h="2569419">
                <a:moveTo>
                  <a:pt x="0" y="0"/>
                </a:moveTo>
                <a:lnTo>
                  <a:pt x="6344244" y="0"/>
                </a:lnTo>
                <a:lnTo>
                  <a:pt x="6344244" y="2569419"/>
                </a:lnTo>
                <a:lnTo>
                  <a:pt x="0" y="2569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638085" y="4070447"/>
            <a:ext cx="5241783" cy="4114800"/>
          </a:xfrm>
          <a:custGeom>
            <a:avLst/>
            <a:gdLst/>
            <a:ahLst/>
            <a:cxnLst/>
            <a:rect l="l" t="t" r="r" b="b"/>
            <a:pathLst>
              <a:path w="5241783" h="4114800">
                <a:moveTo>
                  <a:pt x="0" y="0"/>
                </a:moveTo>
                <a:lnTo>
                  <a:pt x="5241784" y="0"/>
                </a:lnTo>
                <a:lnTo>
                  <a:pt x="52417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963174" y="4411084"/>
            <a:ext cx="871631" cy="863707"/>
          </a:xfrm>
          <a:custGeom>
            <a:avLst/>
            <a:gdLst/>
            <a:ahLst/>
            <a:cxnLst/>
            <a:rect l="l" t="t" r="r" b="b"/>
            <a:pathLst>
              <a:path w="871631" h="863707">
                <a:moveTo>
                  <a:pt x="0" y="0"/>
                </a:moveTo>
                <a:lnTo>
                  <a:pt x="871631" y="0"/>
                </a:lnTo>
                <a:lnTo>
                  <a:pt x="871631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618222" y="6271344"/>
            <a:ext cx="3561535" cy="1066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Digunakan untuk menyuruh atau memberi instruksi.</a:t>
            </a:r>
          </a:p>
        </p:txBody>
      </p:sp>
      <p:sp>
        <p:nvSpPr>
          <p:cNvPr id="10" name="Freeform 10"/>
          <p:cNvSpPr/>
          <p:nvPr/>
        </p:nvSpPr>
        <p:spPr>
          <a:xfrm>
            <a:off x="9408131" y="4070447"/>
            <a:ext cx="5241783" cy="4114800"/>
          </a:xfrm>
          <a:custGeom>
            <a:avLst/>
            <a:gdLst/>
            <a:ahLst/>
            <a:cxnLst/>
            <a:rect l="l" t="t" r="r" b="b"/>
            <a:pathLst>
              <a:path w="5241783" h="4114800">
                <a:moveTo>
                  <a:pt x="0" y="0"/>
                </a:moveTo>
                <a:lnTo>
                  <a:pt x="5241784" y="0"/>
                </a:lnTo>
                <a:lnTo>
                  <a:pt x="52417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775692" y="4411084"/>
            <a:ext cx="829158" cy="863707"/>
          </a:xfrm>
          <a:custGeom>
            <a:avLst/>
            <a:gdLst/>
            <a:ahLst/>
            <a:cxnLst/>
            <a:rect l="l" t="t" r="r" b="b"/>
            <a:pathLst>
              <a:path w="829158" h="863707">
                <a:moveTo>
                  <a:pt x="0" y="0"/>
                </a:moveTo>
                <a:lnTo>
                  <a:pt x="829159" y="0"/>
                </a:lnTo>
                <a:lnTo>
                  <a:pt x="829159" y="863707"/>
                </a:lnTo>
                <a:lnTo>
                  <a:pt x="0" y="863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540468" y="7841681"/>
            <a:ext cx="3735325" cy="3314252"/>
          </a:xfrm>
          <a:custGeom>
            <a:avLst/>
            <a:gdLst/>
            <a:ahLst/>
            <a:cxnLst/>
            <a:rect l="l" t="t" r="r" b="b"/>
            <a:pathLst>
              <a:path w="3735325" h="3314252">
                <a:moveTo>
                  <a:pt x="0" y="0"/>
                </a:moveTo>
                <a:lnTo>
                  <a:pt x="3735326" y="0"/>
                </a:lnTo>
                <a:lnTo>
                  <a:pt x="3735326" y="3314252"/>
                </a:lnTo>
                <a:lnTo>
                  <a:pt x="0" y="3314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5566889"/>
            <a:ext cx="5109347" cy="7378118"/>
          </a:xfrm>
          <a:custGeom>
            <a:avLst/>
            <a:gdLst/>
            <a:ahLst/>
            <a:cxnLst/>
            <a:rect l="l" t="t" r="r" b="b"/>
            <a:pathLst>
              <a:path w="5109347" h="7378118">
                <a:moveTo>
                  <a:pt x="0" y="0"/>
                </a:moveTo>
                <a:lnTo>
                  <a:pt x="5109347" y="0"/>
                </a:lnTo>
                <a:lnTo>
                  <a:pt x="5109347" y="7378118"/>
                </a:lnTo>
                <a:lnTo>
                  <a:pt x="0" y="73781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485594" y="5495441"/>
            <a:ext cx="5189500" cy="7521015"/>
          </a:xfrm>
          <a:custGeom>
            <a:avLst/>
            <a:gdLst/>
            <a:ahLst/>
            <a:cxnLst/>
            <a:rect l="l" t="t" r="r" b="b"/>
            <a:pathLst>
              <a:path w="5189500" h="7521015">
                <a:moveTo>
                  <a:pt x="0" y="0"/>
                </a:moveTo>
                <a:lnTo>
                  <a:pt x="5189500" y="0"/>
                </a:lnTo>
                <a:lnTo>
                  <a:pt x="5189500" y="7521015"/>
                </a:lnTo>
                <a:lnTo>
                  <a:pt x="0" y="75210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618222" y="5514491"/>
            <a:ext cx="3561535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Kata Kerja Perintah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98053" y="1444165"/>
            <a:ext cx="5891894" cy="183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600">
                <a:solidFill>
                  <a:srgbClr val="5F3A42"/>
                </a:solidFill>
                <a:latin typeface="Sensei"/>
                <a:ea typeface="Sensei"/>
                <a:cs typeface="Sensei"/>
                <a:sym typeface="Sensei"/>
              </a:rPr>
              <a:t>Unsur Kebahasaan Teks Prosedur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88268" y="5514491"/>
            <a:ext cx="3561535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Menggunakan Konjungsi (Kata Hubung)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88268" y="6538111"/>
            <a:ext cx="3561535" cy="1066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Menunjukkan urutan langkah.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558384" y="2297755"/>
            <a:ext cx="3848321" cy="2539892"/>
          </a:xfrm>
          <a:custGeom>
            <a:avLst/>
            <a:gdLst/>
            <a:ahLst/>
            <a:cxnLst/>
            <a:rect l="l" t="t" r="r" b="b"/>
            <a:pathLst>
              <a:path w="3848321" h="2539892">
                <a:moveTo>
                  <a:pt x="0" y="0"/>
                </a:moveTo>
                <a:lnTo>
                  <a:pt x="3848321" y="0"/>
                </a:lnTo>
                <a:lnTo>
                  <a:pt x="3848321" y="2539892"/>
                </a:lnTo>
                <a:lnTo>
                  <a:pt x="0" y="25398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8233">
            <a:off x="59819" y="6622419"/>
            <a:ext cx="2879180" cy="4446611"/>
          </a:xfrm>
          <a:custGeom>
            <a:avLst/>
            <a:gdLst/>
            <a:ahLst/>
            <a:cxnLst/>
            <a:rect l="l" t="t" r="r" b="b"/>
            <a:pathLst>
              <a:path w="2879180" h="4446611">
                <a:moveTo>
                  <a:pt x="0" y="0"/>
                </a:moveTo>
                <a:lnTo>
                  <a:pt x="2879180" y="0"/>
                </a:lnTo>
                <a:lnTo>
                  <a:pt x="2879180" y="4446610"/>
                </a:lnTo>
                <a:lnTo>
                  <a:pt x="0" y="44466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3088" y="1912444"/>
            <a:ext cx="11729521" cy="7492231"/>
          </a:xfrm>
          <a:custGeom>
            <a:avLst/>
            <a:gdLst/>
            <a:ahLst/>
            <a:cxnLst/>
            <a:rect l="l" t="t" r="r" b="b"/>
            <a:pathLst>
              <a:path w="11729521" h="7492231">
                <a:moveTo>
                  <a:pt x="0" y="0"/>
                </a:moveTo>
                <a:lnTo>
                  <a:pt x="11729521" y="0"/>
                </a:lnTo>
                <a:lnTo>
                  <a:pt x="11729521" y="7492231"/>
                </a:lnTo>
                <a:lnTo>
                  <a:pt x="0" y="74922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03202" y="4079532"/>
            <a:ext cx="4952778" cy="6370132"/>
          </a:xfrm>
          <a:custGeom>
            <a:avLst/>
            <a:gdLst/>
            <a:ahLst/>
            <a:cxnLst/>
            <a:rect l="l" t="t" r="r" b="b"/>
            <a:pathLst>
              <a:path w="4952778" h="6370132">
                <a:moveTo>
                  <a:pt x="0" y="0"/>
                </a:moveTo>
                <a:lnTo>
                  <a:pt x="4952777" y="0"/>
                </a:lnTo>
                <a:lnTo>
                  <a:pt x="4952777" y="6370133"/>
                </a:lnTo>
                <a:lnTo>
                  <a:pt x="0" y="6370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96880">
            <a:off x="9966473" y="3150791"/>
            <a:ext cx="2414314" cy="1849968"/>
          </a:xfrm>
          <a:custGeom>
            <a:avLst/>
            <a:gdLst/>
            <a:ahLst/>
            <a:cxnLst/>
            <a:rect l="l" t="t" r="r" b="b"/>
            <a:pathLst>
              <a:path w="2414314" h="1849968">
                <a:moveTo>
                  <a:pt x="0" y="0"/>
                </a:moveTo>
                <a:lnTo>
                  <a:pt x="2414314" y="0"/>
                </a:lnTo>
                <a:lnTo>
                  <a:pt x="2414314" y="1849968"/>
                </a:lnTo>
                <a:lnTo>
                  <a:pt x="0" y="18499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5487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02720" y="8035528"/>
            <a:ext cx="1716403" cy="2012839"/>
          </a:xfrm>
          <a:custGeom>
            <a:avLst/>
            <a:gdLst/>
            <a:ahLst/>
            <a:cxnLst/>
            <a:rect l="l" t="t" r="r" b="b"/>
            <a:pathLst>
              <a:path w="1716403" h="2012839">
                <a:moveTo>
                  <a:pt x="0" y="0"/>
                </a:moveTo>
                <a:lnTo>
                  <a:pt x="1716403" y="0"/>
                </a:lnTo>
                <a:lnTo>
                  <a:pt x="1716403" y="2012839"/>
                </a:lnTo>
                <a:lnTo>
                  <a:pt x="0" y="2012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15580181" y="1643541"/>
            <a:ext cx="3172310" cy="3231056"/>
          </a:xfrm>
          <a:custGeom>
            <a:avLst/>
            <a:gdLst/>
            <a:ahLst/>
            <a:cxnLst/>
            <a:rect l="l" t="t" r="r" b="b"/>
            <a:pathLst>
              <a:path w="3172310" h="3231056">
                <a:moveTo>
                  <a:pt x="0" y="3231056"/>
                </a:moveTo>
                <a:lnTo>
                  <a:pt x="3172309" y="3231056"/>
                </a:lnTo>
                <a:lnTo>
                  <a:pt x="3172309" y="0"/>
                </a:lnTo>
                <a:lnTo>
                  <a:pt x="0" y="0"/>
                </a:lnTo>
                <a:lnTo>
                  <a:pt x="0" y="323105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07556" y="3399481"/>
            <a:ext cx="6488025" cy="680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4200">
                <a:solidFill>
                  <a:srgbClr val="5F3A42"/>
                </a:solidFill>
                <a:latin typeface="Sensei"/>
                <a:ea typeface="Sensei"/>
                <a:cs typeface="Sensei"/>
                <a:sym typeface="Sensei"/>
              </a:rPr>
              <a:t>Cara Membuat Mi Instan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07556" y="4533903"/>
            <a:ext cx="3195929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Alat dan Bahan: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07556" y="5111089"/>
            <a:ext cx="3195929" cy="2133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1 bungkus mi instan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Air secukupnya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Panci dan kompor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Mangkuk dan sendok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56837" y="4533903"/>
            <a:ext cx="3542101" cy="537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Langkah-langkah: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56837" y="5111089"/>
            <a:ext cx="7139383" cy="3200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Rebus air dalam panci hingga mendidih.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Masukkan mi ke dalam air mendidih.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Masak selama 3 menit atau hingga mi matang.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Tuang bumbu ke dalam mangkuk.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Masukkan mi dan air secukupnya ke dalam mangkuk.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Aduk rata dan siap disajikan!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60978" y="733619"/>
            <a:ext cx="4183022" cy="90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600">
                <a:solidFill>
                  <a:srgbClr val="5F3A42"/>
                </a:solidFill>
                <a:latin typeface="Sensei"/>
                <a:ea typeface="Sensei"/>
                <a:cs typeface="Sensei"/>
                <a:sym typeface="Sensei"/>
              </a:rPr>
              <a:t>Contoh</a:t>
            </a:r>
          </a:p>
        </p:txBody>
      </p:sp>
      <p:sp>
        <p:nvSpPr>
          <p:cNvPr id="16" name="Freeform 16"/>
          <p:cNvSpPr/>
          <p:nvPr/>
        </p:nvSpPr>
        <p:spPr>
          <a:xfrm>
            <a:off x="-157104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84153" y="930948"/>
            <a:ext cx="8119693" cy="8425103"/>
          </a:xfrm>
          <a:custGeom>
            <a:avLst/>
            <a:gdLst/>
            <a:ahLst/>
            <a:cxnLst/>
            <a:rect l="l" t="t" r="r" b="b"/>
            <a:pathLst>
              <a:path w="8119693" h="8425103">
                <a:moveTo>
                  <a:pt x="0" y="0"/>
                </a:moveTo>
                <a:lnTo>
                  <a:pt x="8119694" y="0"/>
                </a:lnTo>
                <a:lnTo>
                  <a:pt x="8119694" y="8425104"/>
                </a:lnTo>
                <a:lnTo>
                  <a:pt x="0" y="8425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14524" y="4025683"/>
            <a:ext cx="4236056" cy="238278"/>
          </a:xfrm>
          <a:custGeom>
            <a:avLst/>
            <a:gdLst/>
            <a:ahLst/>
            <a:cxnLst/>
            <a:rect l="l" t="t" r="r" b="b"/>
            <a:pathLst>
              <a:path w="4236056" h="238278">
                <a:moveTo>
                  <a:pt x="0" y="0"/>
                </a:moveTo>
                <a:lnTo>
                  <a:pt x="4236056" y="0"/>
                </a:lnTo>
                <a:lnTo>
                  <a:pt x="4236056" y="238278"/>
                </a:lnTo>
                <a:lnTo>
                  <a:pt x="0" y="2382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57104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5487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725774" y="1845547"/>
            <a:ext cx="3508947" cy="3197528"/>
          </a:xfrm>
          <a:custGeom>
            <a:avLst/>
            <a:gdLst/>
            <a:ahLst/>
            <a:cxnLst/>
            <a:rect l="l" t="t" r="r" b="b"/>
            <a:pathLst>
              <a:path w="3508947" h="3197528">
                <a:moveTo>
                  <a:pt x="0" y="0"/>
                </a:moveTo>
                <a:lnTo>
                  <a:pt x="3508948" y="0"/>
                </a:lnTo>
                <a:lnTo>
                  <a:pt x="3508948" y="3197528"/>
                </a:lnTo>
                <a:lnTo>
                  <a:pt x="0" y="31975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73210" y="1845547"/>
            <a:ext cx="4232027" cy="3713603"/>
          </a:xfrm>
          <a:custGeom>
            <a:avLst/>
            <a:gdLst/>
            <a:ahLst/>
            <a:cxnLst/>
            <a:rect l="l" t="t" r="r" b="b"/>
            <a:pathLst>
              <a:path w="4232027" h="3713603">
                <a:moveTo>
                  <a:pt x="0" y="0"/>
                </a:moveTo>
                <a:lnTo>
                  <a:pt x="4232027" y="0"/>
                </a:lnTo>
                <a:lnTo>
                  <a:pt x="4232027" y="3713603"/>
                </a:lnTo>
                <a:lnTo>
                  <a:pt x="0" y="37136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026819" y="1544524"/>
            <a:ext cx="2114668" cy="2157825"/>
          </a:xfrm>
          <a:custGeom>
            <a:avLst/>
            <a:gdLst/>
            <a:ahLst/>
            <a:cxnLst/>
            <a:rect l="l" t="t" r="r" b="b"/>
            <a:pathLst>
              <a:path w="2114668" h="2157825">
                <a:moveTo>
                  <a:pt x="0" y="0"/>
                </a:moveTo>
                <a:lnTo>
                  <a:pt x="2114669" y="0"/>
                </a:lnTo>
                <a:lnTo>
                  <a:pt x="2114669" y="2157825"/>
                </a:lnTo>
                <a:lnTo>
                  <a:pt x="0" y="2157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5883560" y="6952151"/>
            <a:ext cx="2751480" cy="4014095"/>
          </a:xfrm>
          <a:custGeom>
            <a:avLst/>
            <a:gdLst/>
            <a:ahLst/>
            <a:cxnLst/>
            <a:rect l="l" t="t" r="r" b="b"/>
            <a:pathLst>
              <a:path w="2751480" h="4014095">
                <a:moveTo>
                  <a:pt x="2751480" y="0"/>
                </a:moveTo>
                <a:lnTo>
                  <a:pt x="0" y="0"/>
                </a:lnTo>
                <a:lnTo>
                  <a:pt x="0" y="4014095"/>
                </a:lnTo>
                <a:lnTo>
                  <a:pt x="2751480" y="4014095"/>
                </a:lnTo>
                <a:lnTo>
                  <a:pt x="275148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613450" y="1612500"/>
            <a:ext cx="1825695" cy="1799140"/>
          </a:xfrm>
          <a:custGeom>
            <a:avLst/>
            <a:gdLst/>
            <a:ahLst/>
            <a:cxnLst/>
            <a:rect l="l" t="t" r="r" b="b"/>
            <a:pathLst>
              <a:path w="1825695" h="1799140">
                <a:moveTo>
                  <a:pt x="0" y="0"/>
                </a:moveTo>
                <a:lnTo>
                  <a:pt x="1825695" y="0"/>
                </a:lnTo>
                <a:lnTo>
                  <a:pt x="1825695" y="1799140"/>
                </a:lnTo>
                <a:lnTo>
                  <a:pt x="0" y="1799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03568" y="3762669"/>
            <a:ext cx="4680585" cy="8229600"/>
          </a:xfrm>
          <a:custGeom>
            <a:avLst/>
            <a:gdLst/>
            <a:ahLst/>
            <a:cxnLst/>
            <a:rect l="l" t="t" r="r" b="b"/>
            <a:pathLst>
              <a:path w="4680585" h="8229600">
                <a:moveTo>
                  <a:pt x="0" y="0"/>
                </a:moveTo>
                <a:lnTo>
                  <a:pt x="4680585" y="0"/>
                </a:lnTo>
                <a:lnTo>
                  <a:pt x="46805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203847" y="4025683"/>
            <a:ext cx="4083939" cy="8229600"/>
          </a:xfrm>
          <a:custGeom>
            <a:avLst/>
            <a:gdLst/>
            <a:ahLst/>
            <a:cxnLst/>
            <a:rect l="l" t="t" r="r" b="b"/>
            <a:pathLst>
              <a:path w="4083939" h="8229600">
                <a:moveTo>
                  <a:pt x="0" y="0"/>
                </a:moveTo>
                <a:lnTo>
                  <a:pt x="4083939" y="0"/>
                </a:lnTo>
                <a:lnTo>
                  <a:pt x="408393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376932" y="2792427"/>
            <a:ext cx="5111240" cy="90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600">
                <a:solidFill>
                  <a:srgbClr val="5F3A42"/>
                </a:solidFill>
                <a:latin typeface="Sensei"/>
                <a:ea typeface="Sensei"/>
                <a:cs typeface="Sensei"/>
                <a:sym typeface="Sensei"/>
              </a:rPr>
              <a:t>Penutup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75788" y="4530145"/>
            <a:ext cx="5113527" cy="390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Teks prosedur membantu kita melakukan sesuatu dengan urutan yang benar dan jelas.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 Dengan memahami langkah-langkahnya, kita bisa melakukan kegiatan dengan lebih mudah, rapi, dan terstruktur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6793">
            <a:off x="15778921" y="2229550"/>
            <a:ext cx="2223772" cy="2955178"/>
          </a:xfrm>
          <a:custGeom>
            <a:avLst/>
            <a:gdLst/>
            <a:ahLst/>
            <a:cxnLst/>
            <a:rect l="l" t="t" r="r" b="b"/>
            <a:pathLst>
              <a:path w="2223772" h="2955178">
                <a:moveTo>
                  <a:pt x="0" y="0"/>
                </a:moveTo>
                <a:lnTo>
                  <a:pt x="2223772" y="0"/>
                </a:lnTo>
                <a:lnTo>
                  <a:pt x="2223772" y="2955178"/>
                </a:lnTo>
                <a:lnTo>
                  <a:pt x="0" y="2955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61001" y="1028700"/>
            <a:ext cx="11965997" cy="7643281"/>
          </a:xfrm>
          <a:custGeom>
            <a:avLst/>
            <a:gdLst/>
            <a:ahLst/>
            <a:cxnLst/>
            <a:rect l="l" t="t" r="r" b="b"/>
            <a:pathLst>
              <a:path w="11965997" h="7643281">
                <a:moveTo>
                  <a:pt x="0" y="0"/>
                </a:moveTo>
                <a:lnTo>
                  <a:pt x="11965998" y="0"/>
                </a:lnTo>
                <a:lnTo>
                  <a:pt x="11965998" y="7643281"/>
                </a:lnTo>
                <a:lnTo>
                  <a:pt x="0" y="7643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85967" y="5901212"/>
            <a:ext cx="5116067" cy="287779"/>
          </a:xfrm>
          <a:custGeom>
            <a:avLst/>
            <a:gdLst/>
            <a:ahLst/>
            <a:cxnLst/>
            <a:rect l="l" t="t" r="r" b="b"/>
            <a:pathLst>
              <a:path w="5116067" h="287779">
                <a:moveTo>
                  <a:pt x="0" y="0"/>
                </a:moveTo>
                <a:lnTo>
                  <a:pt x="5116066" y="0"/>
                </a:lnTo>
                <a:lnTo>
                  <a:pt x="5116066" y="287779"/>
                </a:lnTo>
                <a:lnTo>
                  <a:pt x="0" y="2877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068738">
            <a:off x="189497" y="1057445"/>
            <a:ext cx="1790052" cy="3450702"/>
          </a:xfrm>
          <a:custGeom>
            <a:avLst/>
            <a:gdLst/>
            <a:ahLst/>
            <a:cxnLst/>
            <a:rect l="l" t="t" r="r" b="b"/>
            <a:pathLst>
              <a:path w="1790052" h="3450702">
                <a:moveTo>
                  <a:pt x="0" y="0"/>
                </a:moveTo>
                <a:lnTo>
                  <a:pt x="1790052" y="0"/>
                </a:lnTo>
                <a:lnTo>
                  <a:pt x="1790052" y="3450703"/>
                </a:lnTo>
                <a:lnTo>
                  <a:pt x="0" y="3450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57104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54872" y="-290992"/>
            <a:ext cx="6304170" cy="1820882"/>
          </a:xfrm>
          <a:custGeom>
            <a:avLst/>
            <a:gdLst/>
            <a:ahLst/>
            <a:cxnLst/>
            <a:rect l="l" t="t" r="r" b="b"/>
            <a:pathLst>
              <a:path w="6304170" h="1820882">
                <a:moveTo>
                  <a:pt x="0" y="0"/>
                </a:moveTo>
                <a:lnTo>
                  <a:pt x="6304170" y="0"/>
                </a:lnTo>
                <a:lnTo>
                  <a:pt x="6304170" y="1820882"/>
                </a:lnTo>
                <a:lnTo>
                  <a:pt x="0" y="1820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080814" y="7414035"/>
            <a:ext cx="1745831" cy="4068675"/>
          </a:xfrm>
          <a:custGeom>
            <a:avLst/>
            <a:gdLst/>
            <a:ahLst/>
            <a:cxnLst/>
            <a:rect l="l" t="t" r="r" b="b"/>
            <a:pathLst>
              <a:path w="1745831" h="4068675">
                <a:moveTo>
                  <a:pt x="0" y="0"/>
                </a:moveTo>
                <a:lnTo>
                  <a:pt x="1745831" y="0"/>
                </a:lnTo>
                <a:lnTo>
                  <a:pt x="1745831" y="4068675"/>
                </a:lnTo>
                <a:lnTo>
                  <a:pt x="0" y="4068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793157">
            <a:off x="4442458" y="2878825"/>
            <a:ext cx="1002412" cy="1402867"/>
          </a:xfrm>
          <a:custGeom>
            <a:avLst/>
            <a:gdLst/>
            <a:ahLst/>
            <a:cxnLst/>
            <a:rect l="l" t="t" r="r" b="b"/>
            <a:pathLst>
              <a:path w="1002412" h="1402867">
                <a:moveTo>
                  <a:pt x="0" y="0"/>
                </a:moveTo>
                <a:lnTo>
                  <a:pt x="1002412" y="0"/>
                </a:lnTo>
                <a:lnTo>
                  <a:pt x="1002412" y="1402867"/>
                </a:lnTo>
                <a:lnTo>
                  <a:pt x="0" y="1402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123432" y="6314349"/>
            <a:ext cx="6041136" cy="1099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5F3A42"/>
                </a:solidFill>
                <a:latin typeface="Handy Casual"/>
                <a:ea typeface="Handy Casual"/>
                <a:cs typeface="Handy Casual"/>
                <a:sym typeface="Handy Casual"/>
              </a:rPr>
              <a:t>Yuk, biasakan membaca dan menulis teks prosedur agar makin terampil!</a:t>
            </a:r>
          </a:p>
        </p:txBody>
      </p:sp>
      <p:sp>
        <p:nvSpPr>
          <p:cNvPr id="11" name="Freeform 11"/>
          <p:cNvSpPr/>
          <p:nvPr/>
        </p:nvSpPr>
        <p:spPr>
          <a:xfrm>
            <a:off x="4509958" y="7160196"/>
            <a:ext cx="2476025" cy="3846932"/>
          </a:xfrm>
          <a:custGeom>
            <a:avLst/>
            <a:gdLst/>
            <a:ahLst/>
            <a:cxnLst/>
            <a:rect l="l" t="t" r="r" b="b"/>
            <a:pathLst>
              <a:path w="2476025" h="3846932">
                <a:moveTo>
                  <a:pt x="0" y="0"/>
                </a:moveTo>
                <a:lnTo>
                  <a:pt x="2476025" y="0"/>
                </a:lnTo>
                <a:lnTo>
                  <a:pt x="2476025" y="3846933"/>
                </a:lnTo>
                <a:lnTo>
                  <a:pt x="0" y="38469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917811" y="2782797"/>
            <a:ext cx="1348631" cy="1329015"/>
          </a:xfrm>
          <a:custGeom>
            <a:avLst/>
            <a:gdLst/>
            <a:ahLst/>
            <a:cxnLst/>
            <a:rect l="l" t="t" r="r" b="b"/>
            <a:pathLst>
              <a:path w="1348631" h="1329015">
                <a:moveTo>
                  <a:pt x="0" y="0"/>
                </a:moveTo>
                <a:lnTo>
                  <a:pt x="1348631" y="0"/>
                </a:lnTo>
                <a:lnTo>
                  <a:pt x="1348631" y="1329014"/>
                </a:lnTo>
                <a:lnTo>
                  <a:pt x="0" y="1329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921073" y="2267138"/>
            <a:ext cx="6445854" cy="340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20"/>
              </a:lnSpc>
            </a:pPr>
            <a:r>
              <a:rPr lang="en-US" sz="10400">
                <a:solidFill>
                  <a:srgbClr val="5F3A42"/>
                </a:solidFill>
                <a:latin typeface="Sensei"/>
                <a:ea typeface="Sensei"/>
                <a:cs typeface="Sensei"/>
                <a:sym typeface="Sensei"/>
              </a:rPr>
              <a:t>Terima Kasih</a:t>
            </a:r>
          </a:p>
        </p:txBody>
      </p:sp>
      <p:sp>
        <p:nvSpPr>
          <p:cNvPr id="14" name="Freeform 14"/>
          <p:cNvSpPr/>
          <p:nvPr/>
        </p:nvSpPr>
        <p:spPr>
          <a:xfrm>
            <a:off x="80045" y="4711740"/>
            <a:ext cx="6161913" cy="8229600"/>
          </a:xfrm>
          <a:custGeom>
            <a:avLst/>
            <a:gdLst/>
            <a:ahLst/>
            <a:cxnLst/>
            <a:rect l="l" t="t" r="r" b="b"/>
            <a:pathLst>
              <a:path w="6161913" h="8229600">
                <a:moveTo>
                  <a:pt x="0" y="0"/>
                </a:moveTo>
                <a:lnTo>
                  <a:pt x="6161913" y="0"/>
                </a:lnTo>
                <a:lnTo>
                  <a:pt x="61619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164568" y="4850340"/>
            <a:ext cx="5493258" cy="8229600"/>
          </a:xfrm>
          <a:custGeom>
            <a:avLst/>
            <a:gdLst/>
            <a:ahLst/>
            <a:cxnLst/>
            <a:rect l="l" t="t" r="r" b="b"/>
            <a:pathLst>
              <a:path w="5493258" h="8229600">
                <a:moveTo>
                  <a:pt x="0" y="0"/>
                </a:moveTo>
                <a:lnTo>
                  <a:pt x="5493258" y="0"/>
                </a:lnTo>
                <a:lnTo>
                  <a:pt x="54932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271</Words>
  <Application>Microsoft Office PowerPoint</Application>
  <PresentationFormat>Custom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Handy Casual</vt:lpstr>
      <vt:lpstr>Arial</vt:lpstr>
      <vt:lpstr>Sensei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Teks Prosedur Presentasi Pendidikan Krem dan Kuning Sederhana dan Lucu</dc:title>
  <dc:creator>User</dc:creator>
  <cp:lastModifiedBy>Petrus Saragi</cp:lastModifiedBy>
  <cp:revision>1</cp:revision>
  <dcterms:created xsi:type="dcterms:W3CDTF">2006-08-16T00:00:00Z</dcterms:created>
  <dcterms:modified xsi:type="dcterms:W3CDTF">2026-10-09T05:28:45Z</dcterms:modified>
  <dc:identifier>DAG3-7B_uEQ</dc:identifier>
</cp:coreProperties>
</file>